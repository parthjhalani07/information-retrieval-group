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PROCESSING · ASSIGNMENT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Tokens, Not Words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Zipf's Law Under the Tokenizer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Whether tokens obey Zipf's law across English, Hindi and Arabic; how LLaMA, Qwen and Kimi's tokenizers differ; and whether a vocabulary-size sweet spot can be found algorithmically.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251460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434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 tokenizers trained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3749040"/>
            <a:ext cx="251460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37560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4434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· 3 scripts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3749040"/>
            <a:ext cx="251460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4434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 sizes per language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32520" y="3749040"/>
            <a:ext cx="251460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32520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4434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for the sweet spot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Assignment 1 asked whether Zipf's law survives at the word level. This asks: does it survive at the token level, the unit language models actually consume?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 byte-level BPE tokenizers trained across an 18-point vocab sweep x English, Hindi, Arabic + 4 model-style replicas (LLaMA-2/3, Qwen-2.5/3, Kimi-K2/K3).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Answer: tokens obey Zipf's law, and better than words do in the mid-vocabulary band (R² up to 0.999) — but not automatically at every vocab size.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qualified vocabulary-size sweet spot exists: 3 of 4 independent criteria converge to a 3–16k-token band per language at this corpus scale.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Hindi's Devanagari script caps achievable BPE vocabulary an order of magnitude below English/Arabic — a token-level echo of Assignment 1's Heaps' Law finding.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Tokens Follow Zipf's Law?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Word-level baseline: English, Hindi, Arabic</a:t>
            </a:r>
            <a:endParaRPr lang="en-US" sz="2400" dirty="0"/>
          </a:p>
        </p:txBody>
      </p:sp>
      <p:pic>
        <p:nvPicPr>
          <p:cNvPr id="3" name="Image 0" descr="/home/claude/a2/figures/fig01_word_zip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05840"/>
            <a:ext cx="10515600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show the classic Zipf shape at the word level — the starting point before any tokenizer touches the text.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Zipf exponent &amp; fit quality vs vocabulary size</a:t>
            </a:r>
            <a:endParaRPr lang="en-US" sz="2400" dirty="0"/>
          </a:p>
        </p:txBody>
      </p:sp>
      <p:pic>
        <p:nvPicPr>
          <p:cNvPr id="3" name="Image 0" descr="/home/claude/a2/figures/fig03_alpha_r2_vs_voca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05840"/>
            <a:ext cx="10515600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regimes: near-character (α≈4), word-fragment (α crosses 1, R²&gt;0.99), large-vocabulary (R² stays high, α drifts).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rank–frequency shape across the sweep</a:t>
            </a:r>
            <a:endParaRPr lang="en-US" sz="2400" dirty="0"/>
          </a:p>
        </p:txBody>
      </p:sp>
      <p:pic>
        <p:nvPicPr>
          <p:cNvPr id="3" name="Image 0" descr="/home/claude/a2/figures/fig02_token_zipf_by_voca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05840"/>
            <a:ext cx="10515600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curve flattens and straightens from vocab 500 to 8,000 per language, then holds roughly steady.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Answer: Q1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 — tokens obey Zipf's law, and in the 6,000–16,000 vocab band they obey it more cleanly than words (R² up to 0.999 vs Assignment 1's 0.990 for Hindi words).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the fit is vocabulary-size dependent: near-character vocabularies overshoot badly (α≈4, R² as low as 0.55), and very large vocabularies drift mildly away from α=1.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Subword tokenisation is a Zipf-law-improving transformation: it removes the flat head (rare word-forms split into shared subwords) and thins the hapax shelf.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 vs Qwen vs Kimi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Published vocabulary size &amp; scheme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292608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Vocab (target)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LLaMA-2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SentencePiece BPE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Touvron et al., 2023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LLaMA-3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byte-level BPE (tiktoken-style)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AI, 2024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Qwen-2.5 / 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151,643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byte-level BPE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tiktoken qwen2 encoding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Kimi-K2 / K3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163,584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byte-level BPE (tiktoken.model)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Moonshot AI, 2025-26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vocab vs what our corpus can actually reach</a:t>
            </a:r>
            <a:endParaRPr lang="en-US" sz="2400" dirty="0"/>
          </a:p>
        </p:txBody>
      </p:sp>
      <p:pic>
        <p:nvPicPr>
          <p:cNvPr id="3" name="Image 0" descr="/home/claude/a2/figures/fig06_model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05840"/>
            <a:ext cx="10515600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English/Arabic saturate ~57k-60k regardless of a 128k/152k/164k target. Hindi saturates at 6,927 for every target.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Answer: Q3 — how do they differ?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Published vocab sizes span 5x: 32k (LLaMA-2) to 164k (Kimi-K2/K3) — a real design trade-off between sequence length and embedding-table cost.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this study's corpus, the three large-vocab families (128k-164k target) all converge to the SAME data-bound ceiling (~57k-60k for English/Arabic).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ceiling is set by the corpus's own repeated-substring structure, not the trainer's target — vocab size is a training-data-scale decision.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Hindi's ceiling (6,927) sits an order of magnitude below — explained by Devanagari's multi-codepoint akshara structure sparsifying byte-pair repeats.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Vocabulary-Size Sweet Spot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Compression curve: fertility vs vocabulary size</a:t>
            </a:r>
            <a:endParaRPr lang="en-US" sz="2400" dirty="0"/>
          </a:p>
        </p:txBody>
      </p:sp>
      <p:pic>
        <p:nvPicPr>
          <p:cNvPr id="3" name="Image 0" descr="/home/claude/a2/figures/fig04_fertility_kn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05840"/>
            <a:ext cx="10515600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 = Kneedle knee. Hindi's curve plateaus near 3.45 tokens/word early — the BPE ceiling, not a genuine sweet spot.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utilisation vs vocabulary size</a:t>
            </a:r>
            <a:endParaRPr lang="en-US" sz="2400" dirty="0"/>
          </a:p>
        </p:txBody>
      </p:sp>
      <p:pic>
        <p:nvPicPr>
          <p:cNvPr id="3" name="Image 0" descr="/home/claude/a2/figures/fig05_utilis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05840"/>
            <a:ext cx="10515600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languages peak in the mid-thousands, then decline as vocabulary outgrows the corpus's ability to exercise every merge.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independent sweet-spot criteria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23774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Fertility knee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Zipf-stability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Utilisation peak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Marginal-yield rule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English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6,000 (98.2%)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Hindi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4,000 (95.2%)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Arabic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12,000 (98.1%)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60,335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four criteria, side by side</a:t>
            </a:r>
            <a:endParaRPr lang="en-US" sz="2400" dirty="0"/>
          </a:p>
        </p:txBody>
      </p:sp>
      <p:pic>
        <p:nvPicPr>
          <p:cNvPr id="3" name="Image 0" descr="/home/claude/a2/figures/fig07_sweetspot_summ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05840"/>
            <a:ext cx="10515600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4 criteria cluster within ~3-5x for English/Arabic. Marginal-yield never hits a hard floor — gains just keep shrinking, like Heaps' Law.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Answer: Q5–Q6 — sweet spot &amp; Zipf-stabilisation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Yes, in a qualified sense: fertility-knee, Zipf-stability and utilisation-peak converge to a 3,000–16,000-merge band per language at this corpus scale.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4th criterion (marginal byte-yield) confirms there's no hard stopping point in principle — compression keeps improving, just by shrinking amounts.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Zipf-stabilisation is a USABLE, CHEAP proxy for the sweet spot: within 2x of the fertility-knee for 2 of 3 languages, and monitorable online during training — no held-out compression sweep required.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Algorithm for Choosing Vocab Size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stopping rule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Train BPE incrementally; checkpoint the merge table every ΔV vocab slots (e.g. every 500-1,000).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At each checkpoint, re-encode a held-out sample and record: Zipf α &amp; R², vocabulary utilisation, fertility.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Stop when, for 3 consecutive checkpoints, ALL THREE hold: R² within 0.5% of its running max; utilisation has declined &gt;2pp from its running max; marginal fertility gain per 1,000 slots &lt; 1% of fertility achieved.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Report that vocab size as the recommendation for THIS corpus scale — with the explicit caveat that it will grow with more training data (Heaps' Law), and re-run as the corpus grows.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 — and doesn't — claim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post-hoc: fires at 6,000-8,000 (English), 3,000-4,000 (Arabic), 4,000-6,000 (Hindi, capped by its ceiling) — consistent with, slightly more conservative than, the §5 consensus.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identifies where a GIVEN corpus stops rewarding further merges — not a universal 'correct' vocab size for a language.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production tokenizers train on trillions of tokens vs this study's hundreds of thousands — their much larger sweet spots are a predictable Heaps'-Law consequence, not a contradiction.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takeaway: compute this on YOUR actual training corpus, at YOUR actual scale, before fixing a vocabulary size.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 obey Zipf's law, and more cleanly than words in the 6k-16k vocab band — but the fit is vocabulary-size dependent, not automatic.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LLaMA/Qwen/Kimi differ up to 5x in published vocab size; on this corpus scale the larger three all hit the same data-bound ceiling regardless of target.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Hindi's script caps achievable BPE vocabulary an order of magnitude below English/Arabic — a token-level Heaps' Law echo.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vocab-size sweet spot exists in the qualified sense that 3 of 4 criteria converge within a 3-5x band; the 4th confirms returns diminish smoothly, never vanishing.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Zipf-stabilisation is a cheap, usable proxy for the sweet spot, and feeds directly into a proposed 3-signal stopping rule for choosing vocabulary size.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data, figures and full report: github.com/&lt;repo&gt;/zipf-tokenization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2026-08-30T14:25:29Z</dcterms:created>
  <dcterms:modified xsi:type="dcterms:W3CDTF">2026-08-30T14:25:29Z</dcterms:modified>
</cp:coreProperties>
</file>